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081450-D286-470D-BDB9-1A991DF698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BF85BF-DCE9-48FA-B6EE-38BD987BC7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41D1DF-BD0F-41CB-9696-391F637A59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621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4AF99BE3-E28F-4513-8B41-C61106B5A929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26DCF29D-7D54-43A6-AA45-D624B84F0D4A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Hello 你好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Hello 你好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Hello 你好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22C0BE-AB63-43E8-B2EF-8DA50BF8A1E3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2025-11-19T03:33:53Z</dcterms:created>
  <dc:creator/>
  <dc:description/>
  <dc:language>en-US</dc:language>
  <cp:lastModifiedBy/>
  <dcterms:modified xsi:type="dcterms:W3CDTF">2025-11-19T03:34:16Z</dcterms:modified>
  <cp:revision>2</cp:revision>
  <dc:subject/>
  <dc:title>Blue Curve</dc:title>
</cp:coreProperties>
</file>